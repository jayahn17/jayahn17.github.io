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dd2c97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dd2c97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824b27d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824b27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edd2c97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edd2c97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0824b27d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0824b27d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0824b27d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0824b27d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dd2c97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dd2c97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Truck ‘n Trailer problem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MECENG C231A Final Project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</a:rPr>
              <a:t>Eric Chuang (3042017488), Evan Grealish (3041927255), Lennart Peus (3042039731), </a:t>
            </a:r>
            <a:endParaRPr sz="1300">
              <a:solidFill>
                <a:srgbClr val="1F1F1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F1F1F"/>
                </a:solidFill>
              </a:rPr>
              <a:t>Seongjae Ahn (3038131605), Toh Wayne (3036062886), Yuwei Chang (3041922432)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Dynamics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MPC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Conclusion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049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“Truck ‘n Trailer”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Stable in Forward Motion.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Unstable in Reverse Motion,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Jackknife Effect: Uncontrollable divergence in hitch Angle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6753" l="4024" r="68444" t="19200"/>
          <a:stretch/>
        </p:blipFill>
        <p:spPr>
          <a:xfrm>
            <a:off x="4503350" y="49625"/>
            <a:ext cx="3329800" cy="49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53175" y="7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Dynamics models</a:t>
            </a:r>
            <a:endParaRPr/>
          </a:p>
        </p:txBody>
      </p:sp>
      <p:pic>
        <p:nvPicPr>
          <p:cNvPr id="74" name="Google Shape;74;p16" title="Screenshot 2025-12-14 at 18.41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5251"/>
            <a:ext cx="9144000" cy="4376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1. PREDICTION: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MPC predicts obstacle positions for next 20 steps (2.0 seconds)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Uses constant velocity model: pos(t) = pos(0) + velocity × t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At each step, obstacle position is: [5.0, 8.0] + [0.0, -2.5] × t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2. CONSTRAINT GENERATION: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For each time step t in horizon [0, 20]: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Predict obstacle position at time t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Add constraint: ||truck_pos(t) - obstacle_pos(t)|| &gt;= safety_radius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Safety radius = obstacle_radius + truck_radius + margin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Safety radius = 0.3 + 1.5 + 1.2 = 3.0 m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3. OPTIMIZATION: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MPC solves optimization problem with all predicted constraints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Finds trajectory that: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Reaches target (or gets close)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Avoids all predicted obstacle positions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Minimizes control effort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4. REPLANNING: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After executing first step, MPC: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Updates obstacle positions (they've moved)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Rebuilds prediction with new positions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Replans entire trajectory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This handles: model errors, disturbances, measurement noise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5. WHY PREDICTABILITY IS GOOD: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Predictable obstacles = better planning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MPC can plan optimal paths when it knows obstacle trajectories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Replanning handles any deviations from predictions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For unpredictable obstacles, would need probabilistic/robust MPC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6. CONSTRAINT EQUATION (from code):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For obstacle o and time step t: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obs_x(t) = obs_x0 + obs_vx × t × dt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obs_y(t) = obs_y0 + obs_vy × t × dt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Constraint: (truck_x(t) - obs_x(t))² + (truck_y(t) - obs_y(t))² &gt;= min_distance²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This constraint is added for: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Each obstacle (o = 0, 1, 2, ...)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Each time step in horizon (t = 0, 1, 2, ..., 20)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Total constraints: 1 obstacle × 21 time steps = 21 constraints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7. WHY PREDICTABILITY IS EXPECTED: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MPC is a PREDICTIVE controller - it uses predictions!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If obstacles are predictable, MPC can plan optimal paths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Replanning at each step handles: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Model errors (truck doesn't follow exact predicted path)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Disturbances (wind, road conditions)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Measurement errors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Small changes in obstacle behavior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For truly unpredictable obstacles, would need: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Probabilistic MPC (uncertainty in obstacle motion)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Robust MPC (worst-case planning)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  * Sensor fusion (tracking with uncertainty)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8. CURRENT LIMITATIONS: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Assumes constant velocity (linear prediction)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No uncertainty handling (deterministic)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50"/>
              <a:t>   - No reactive obstacle behavior</a:t>
            </a:r>
            <a:endParaRPr sz="11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   - For real-world: would need sensor fusion, uncertainty bounds</a:t>
            </a:r>
            <a:endParaRPr sz="2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